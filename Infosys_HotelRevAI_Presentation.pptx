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9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Infosys_HotelRevAI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Driven Revenue Analysis for Hotels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Overview of the hospitality industry's revenue management challenges</a:t>
            </a:r>
          </a:p>
          <a:p>
            <a:r>
              <a:t>• Traditional approaches: manual forecasting, static pricing</a:t>
            </a:r>
          </a:p>
          <a:p>
            <a:r>
              <a:t>• Need for AI-driven insights for competitive advantage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Dynamic pricing optimization challenges</a:t>
            </a:r>
          </a:p>
          <a:p>
            <a:r>
              <a:t>• Inaccurate demand forecasting</a:t>
            </a:r>
          </a:p>
          <a:p>
            <a:r>
              <a:t>• Competitor benchmarking difficulties</a:t>
            </a:r>
          </a:p>
          <a:p>
            <a:r>
              <a:t>• Seasonal fluctuations</a:t>
            </a:r>
          </a:p>
          <a:p>
            <a:r>
              <a:t>• Balancing occupancy and profitability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- HotelRevAI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revenue analysis platform</a:t>
            </a:r>
          </a:p>
          <a:p>
            <a:r>
              <a:t>• Predictive demand forecasting</a:t>
            </a:r>
          </a:p>
          <a:p>
            <a:r>
              <a:t>• Dynamic pricing optimization</a:t>
            </a:r>
          </a:p>
          <a:p>
            <a:r>
              <a:t>• Competitor rate intelligence</a:t>
            </a:r>
          </a:p>
          <a:p>
            <a:r>
              <a:t>• Personalized offers and recommendations</a:t>
            </a:r>
          </a:p>
          <a:p>
            <a:r>
              <a:t>• Real-time dashboard and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Artificial Intelligence &amp; Machine Learning</a:t>
            </a:r>
          </a:p>
          <a:p>
            <a:r>
              <a:t>• NLP for review/sentiment analysis</a:t>
            </a:r>
          </a:p>
          <a:p>
            <a:r>
              <a:t>• Predictive analytics &amp; time series modeling</a:t>
            </a:r>
          </a:p>
          <a:p>
            <a:r>
              <a:t>• Cloud-based scalability</a:t>
            </a:r>
          </a:p>
          <a:p>
            <a:r>
              <a:t>• Integration with hotel PMS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Hotels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Improved forecasting accuracy by up to 30%</a:t>
            </a:r>
          </a:p>
          <a:p>
            <a:r>
              <a:t>• Optimized pricing leading to higher RevPAR</a:t>
            </a:r>
          </a:p>
          <a:p>
            <a:r>
              <a:t>• Better occupancy management</a:t>
            </a:r>
          </a:p>
          <a:p>
            <a:r>
              <a:t>• Data-driven competitive insights</a:t>
            </a:r>
          </a:p>
          <a:p>
            <a:r>
              <a:t>• Enhanced guest experience via personalization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Business Hotel: Optimize weekday corporate bookings</a:t>
            </a:r>
          </a:p>
          <a:p>
            <a:r>
              <a:t>2. Resort Hotel: Manage seasonal peak demand</a:t>
            </a:r>
          </a:p>
          <a:p>
            <a:r>
              <a:t>3. Boutique Hotel: Use reviews for guest satisfaction &amp; targeted offers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Infosys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Proven AI/ML expertise</a:t>
            </a:r>
          </a:p>
          <a:p>
            <a:r>
              <a:t>• Scalable cloud-based solutions</a:t>
            </a:r>
          </a:p>
          <a:p>
            <a:r>
              <a:t>• Strong experience in travel &amp; hospitality sector</a:t>
            </a:r>
          </a:p>
          <a:p>
            <a:r>
              <a:t>• End-to-end implementation &amp;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Expansion to global hotel chains</a:t>
            </a:r>
          </a:p>
          <a:p>
            <a:r>
              <a:t>• Integration with OTA (Online Travel Agencies) data</a:t>
            </a:r>
          </a:p>
          <a:p>
            <a:r>
              <a:t>• Voice &amp; chatbot-based revenue insights</a:t>
            </a:r>
          </a:p>
          <a:p>
            <a:r>
              <a:t>• Continuous learning AI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Infosys_HotelRevAI maximizes revenue, optimizes pricing, and improves guest satisfaction</a:t>
            </a:r>
          </a:p>
          <a:p>
            <a:r>
              <a:t>• AI-driven decision-making for sustainable growth in hospitality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11</TotalTime>
  <Words>255</Words>
  <Application>Microsoft Macintosh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Apex</vt:lpstr>
      <vt:lpstr>Infosys_HotelRevAI</vt:lpstr>
      <vt:lpstr>Introduction</vt:lpstr>
      <vt:lpstr>Problem Statement</vt:lpstr>
      <vt:lpstr>Solution - HotelRevAI</vt:lpstr>
      <vt:lpstr>Key Technologies</vt:lpstr>
      <vt:lpstr>Benefits for Hotels</vt:lpstr>
      <vt:lpstr>Use Case Scenarios</vt:lpstr>
      <vt:lpstr>Infosys Advantage</vt:lpstr>
      <vt:lpstr>Future Roadmap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Infosys_HotelRevAI</dc:title>
  <dc:subject/>
  <dc:creator/>
  <cp:keywords/>
  <dc:description>generated using python-pptx</dc:description>
  <cp:lastModifiedBy>Simon Mohapatra</cp:lastModifiedBy>
  <cp:revision>3</cp:revision>
  <dcterms:created xsi:type="dcterms:W3CDTF">2013-01-27T09:14:16Z</dcterms:created>
  <dcterms:modified xsi:type="dcterms:W3CDTF">2025-09-04T14:48:17Z</dcterms:modified>
  <cp:category/>
</cp:coreProperties>
</file>